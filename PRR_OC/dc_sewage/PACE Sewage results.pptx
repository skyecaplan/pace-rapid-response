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3097-F7B4-05F7-39ED-503E29ABC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A3763-8A4B-D0F3-5951-886ADEF38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87BB2-C586-2A0E-AD8C-613D4E30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88120-B05C-CEF0-762C-6C2341F5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FC915-C453-7105-20E0-0107A6F6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69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86D2-ED37-22B2-4AA5-E2332EF3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1F724-8172-943C-43D7-382CFEF68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9CF2C-CF04-B46C-56D0-1B1EE8EC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974CA-EAAF-B306-3479-81C5B0525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C6E90-5C8B-D560-CB1A-0D47ED33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6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89A5-31CD-9069-D521-6B8AC1A87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866B3-9CEF-6122-9BB0-B3138D379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09797-0781-61B1-7E41-BF668095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4145F-A236-AC80-1B41-0D681E73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AD919-B034-6D6D-5B11-27953051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92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188D-0774-FCDC-E637-DB8D19FC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59AB1-F3D6-F2B2-9C85-81082678D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3C7ED-6154-84BA-88D2-80A34874E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67165-D732-261A-5807-62D65FB78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5580D-FDF9-D9B3-01DB-6E3420C9D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07A32-64CE-B6F4-317D-534BD53E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5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037B-A224-1862-F337-CF97672D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385F5-C386-2D18-FA6B-DBD56BDF0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20BC6-301D-674B-06FD-B025DE9A6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445F6-1EDA-5BAE-5021-00E08E908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DFB679-6582-DF9A-DC72-11A4C2C514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6600A7-734E-FE6A-5CA2-4FCE35C27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DC32FD-C807-140A-CB74-33337606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462FE6-ADA2-5F66-B828-1669281D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38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44A9-FF5D-142A-9227-BC891A259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98CFD-F9AD-C4C2-A8D9-7083A85E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4FB46-6A5E-AE7E-305D-0056D97E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44E34-5DB6-88FF-68C8-D4345615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1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F0A79F-456B-7CE5-038A-397956AC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ACA67-A1AA-24A7-C82A-C719F3FB0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34AC6-0696-0914-C570-D5BC0EE2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3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A7B3-C560-4C1A-4C1A-2150D5BB9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E9E99-EC2C-208A-767E-1E24E0A78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83241-2E17-A703-2949-A3603294E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C67ED-4373-27A2-3B2A-A8FA0D2ED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658B8-C5D6-6C33-6CBF-5999DF84C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DA3D7-7BFB-629E-0129-986B17DC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7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6792-6700-E599-AE55-AC522804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4B5E1-6ED0-DD27-1E35-92971A5C1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DD914-4BFC-4EB0-FA0D-E2D5F7BBC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4E513-F75E-51D0-018B-0FCB373D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7794C-ED6B-3329-E2D0-98D067A7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0AD47-744B-BD72-B19B-12BB5FF1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98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F2463-F13E-01E9-5CD2-1ABC7F0F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D8828-EE02-9B8C-AFD1-B880D2FB6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912A3-C2CA-20ED-FDC7-634A277B0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BD0E8-95ED-A7F7-E298-E3F41ED7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E5BF6-71F0-7C9B-B212-7C87E026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5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C73A67-4E79-14AB-0E16-B914F56D4E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4D79C-4D34-D5A3-D016-F324DFB3E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0D8FC-F798-4F03-EABE-EF028528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62490-AF73-85CD-9D76-85A32179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95A27-26DA-8A01-A437-C767DCA8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7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18CC9-62DB-C9FD-BE64-3A90403B0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94358-B217-9A9C-8CBB-9718AEAF5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ADE95-8FCF-747A-7120-72B8610E6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5B4F3-696A-4A2D-8E53-AA1640E488C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F40EC-E12C-8492-BC30-D43B24BEE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735A5-FBCF-C1D9-263E-80833B547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2750E-B4A4-4229-978B-57DA0C43A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7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01A94-75D1-8F34-9C9A-F7E0140C6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PACE sewage rapid response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55E09-8EA1-D147-530F-68A0ED1301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Graham Trolley</a:t>
            </a:r>
          </a:p>
          <a:p>
            <a:r>
              <a:rPr lang="en-US" dirty="0"/>
              <a:t>Antonios river flow </a:t>
            </a:r>
            <a:r>
              <a:rPr lang="en-US"/>
              <a:t>rate estimate: https://www.facebook.com/groups/CBVA.CommunityNews/posts/1827608051238214/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58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8782C-201F-4D1C-F1D4-1719A82B3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points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7254F9-D4D3-467F-B73C-C91F49D5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49417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A: -76.1, 37.2</a:t>
            </a:r>
          </a:p>
          <a:p>
            <a:r>
              <a:rPr lang="en-US" dirty="0"/>
              <a:t>B: -76.2, 37.95</a:t>
            </a:r>
          </a:p>
          <a:p>
            <a:r>
              <a:rPr lang="en-US" dirty="0"/>
              <a:t>C: -76.61, 38.19</a:t>
            </a:r>
          </a:p>
          <a:p>
            <a:r>
              <a:rPr lang="en-US" dirty="0"/>
              <a:t>D:  -77.25, 38.35</a:t>
            </a:r>
          </a:p>
          <a:p>
            <a:endParaRPr lang="en-US" dirty="0"/>
          </a:p>
          <a:p>
            <a:r>
              <a:rPr lang="en-US" dirty="0"/>
              <a:t>Sewage spill occurred on </a:t>
            </a:r>
            <a:r>
              <a:rPr lang="en-US" dirty="0" err="1"/>
              <a:t>jan</a:t>
            </a:r>
            <a:r>
              <a:rPr lang="en-US" dirty="0"/>
              <a:t> 19 - grey line In plots</a:t>
            </a:r>
          </a:p>
          <a:p>
            <a:endParaRPr lang="en-US" dirty="0"/>
          </a:p>
          <a:p>
            <a:r>
              <a:rPr lang="en-US" dirty="0"/>
              <a:t>https://www.dcwater.com/about-dc-water/media/potomac-interceptor-collapse</a:t>
            </a:r>
          </a:p>
        </p:txBody>
      </p:sp>
      <p:pic>
        <p:nvPicPr>
          <p:cNvPr id="8" name="chesapeake_bay_chlor">
            <a:hlinkClick r:id="" action="ppaction://media"/>
            <a:extLst>
              <a:ext uri="{FF2B5EF4-FFF2-40B4-BE49-F238E27FC236}">
                <a16:creationId xmlns:a16="http://schemas.microsoft.com/office/drawing/2014/main" id="{5F578C24-A6A7-57F4-CCFA-D9B4E21D11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87617" y="365124"/>
            <a:ext cx="6311348" cy="63230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56C98E-225C-C796-5891-954DB1B12440}"/>
              </a:ext>
            </a:extLst>
          </p:cNvPr>
          <p:cNvSpPr txBox="1"/>
          <p:nvPr/>
        </p:nvSpPr>
        <p:spPr>
          <a:xfrm>
            <a:off x="6086524" y="2449454"/>
            <a:ext cx="33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A9C167-2850-177C-BBCB-5D3AAB41900C}"/>
              </a:ext>
            </a:extLst>
          </p:cNvPr>
          <p:cNvSpPr txBox="1"/>
          <p:nvPr/>
        </p:nvSpPr>
        <p:spPr>
          <a:xfrm>
            <a:off x="9580686" y="5378221"/>
            <a:ext cx="33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9935C1-E59B-D440-0FBC-CBDA8CEA6C6C}"/>
              </a:ext>
            </a:extLst>
          </p:cNvPr>
          <p:cNvSpPr txBox="1"/>
          <p:nvPr/>
        </p:nvSpPr>
        <p:spPr>
          <a:xfrm>
            <a:off x="8727075" y="3569163"/>
            <a:ext cx="33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C9617-1771-DA29-4F97-B053C32EE7FE}"/>
              </a:ext>
            </a:extLst>
          </p:cNvPr>
          <p:cNvSpPr txBox="1"/>
          <p:nvPr/>
        </p:nvSpPr>
        <p:spPr>
          <a:xfrm>
            <a:off x="7840893" y="2534738"/>
            <a:ext cx="33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37901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2903-5659-3305-76AB-155D479C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Chl</a:t>
            </a:r>
            <a:r>
              <a:rPr lang="en-US" sz="3600" dirty="0"/>
              <a:t>-a, adg_442 time series</a:t>
            </a:r>
          </a:p>
        </p:txBody>
      </p:sp>
      <p:pic>
        <p:nvPicPr>
          <p:cNvPr id="5" name="Picture 4" descr="Chart, scatter chart&#10;&#10;AI-generated content may be incorrect.">
            <a:extLst>
              <a:ext uri="{FF2B5EF4-FFF2-40B4-BE49-F238E27FC236}">
                <a16:creationId xmlns:a16="http://schemas.microsoft.com/office/drawing/2014/main" id="{D0C3024E-D812-18C0-C977-D4B94EDE5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3866"/>
            <a:ext cx="12192000" cy="473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2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9A7E-DC16-0F43-3C58-4B0229C9D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up - AVW, a412, slope, DOC2 (from </a:t>
            </a:r>
            <a:r>
              <a:rPr lang="en-US" dirty="0" err="1"/>
              <a:t>aop</a:t>
            </a:r>
            <a:r>
              <a:rPr lang="en-US" dirty="0"/>
              <a:t> granule)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E169571-6602-4E24-E912-13B3673E969A}"/>
              </a:ext>
            </a:extLst>
          </p:cNvPr>
          <p:cNvSpPr txBox="1">
            <a:spLocks/>
          </p:cNvSpPr>
          <p:nvPr/>
        </p:nvSpPr>
        <p:spPr>
          <a:xfrm>
            <a:off x="488391" y="-4347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AVW, ag380, ag412</a:t>
            </a:r>
          </a:p>
        </p:txBody>
      </p:sp>
      <p:pic>
        <p:nvPicPr>
          <p:cNvPr id="4" name="Picture 3" descr="Calendar&#10;&#10;AI-generated content may be incorrect.">
            <a:extLst>
              <a:ext uri="{FF2B5EF4-FFF2-40B4-BE49-F238E27FC236}">
                <a16:creationId xmlns:a16="http://schemas.microsoft.com/office/drawing/2014/main" id="{9E3E41CD-9F18-CEDF-074C-3A441790F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783"/>
            <a:ext cx="12192000" cy="649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5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1595A-A412-6114-84DB-4FE73D2F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Sg275:295, DOC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6895D-1A06-19D8-A469-A6D2A4DE8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Chart, scatter chart&#10;&#10;AI-generated content may be incorrect.">
            <a:extLst>
              <a:ext uri="{FF2B5EF4-FFF2-40B4-BE49-F238E27FC236}">
                <a16:creationId xmlns:a16="http://schemas.microsoft.com/office/drawing/2014/main" id="{5D2BD832-F94D-1D64-ACB0-462B0D785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503"/>
            <a:ext cx="12192000" cy="430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70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0A61-A061-E207-5C66-B702FF7A8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rate math?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61937-CFFF-7106-717F-3D09A7210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Difficulty finding sources</a:t>
            </a:r>
          </a:p>
        </p:txBody>
      </p:sp>
    </p:spTree>
    <p:extLst>
      <p:ext uri="{BB962C8B-B14F-4D97-AF65-F5344CB8AC3E}">
        <p14:creationId xmlns:p14="http://schemas.microsoft.com/office/powerpoint/2010/main" val="175400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6354-A664-9CBB-D071-1F906843B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E0CB8-FA85-870C-C2A5-35ABD0BEC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Diagram&#10;&#10;AI-generated content may be incorrect.">
            <a:extLst>
              <a:ext uri="{FF2B5EF4-FFF2-40B4-BE49-F238E27FC236}">
                <a16:creationId xmlns:a16="http://schemas.microsoft.com/office/drawing/2014/main" id="{AD4156B1-DBD5-87C7-17CA-80C01216A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pic>
        <p:nvPicPr>
          <p:cNvPr id="5" name="Picture 4" descr="Diagram, schematic&#10;&#10;AI-generated content may be incorrect.">
            <a:extLst>
              <a:ext uri="{FF2B5EF4-FFF2-40B4-BE49-F238E27FC236}">
                <a16:creationId xmlns:a16="http://schemas.microsoft.com/office/drawing/2014/main" id="{FB9E80BA-A3A1-7CE5-A733-09071A13B2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816" y="0"/>
            <a:ext cx="693836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EDCDEA-EA36-3DF9-64B7-C02F5A5A2A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657" y="-78658"/>
            <a:ext cx="6891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22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121</Words>
  <Application>Microsoft Office PowerPoint</Application>
  <PresentationFormat>Widescreen</PresentationFormat>
  <Paragraphs>22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PACE sewage rapid response</vt:lpstr>
      <vt:lpstr>Data points</vt:lpstr>
      <vt:lpstr>Chl-a, adg_442 time series</vt:lpstr>
      <vt:lpstr>Next up - AVW, a412, slope, DOC2 (from aop granule)</vt:lpstr>
      <vt:lpstr>Sg275:295, DOC</vt:lpstr>
      <vt:lpstr>Flow rate math?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Trolley, Graham R. (GSFC-616.0)[SCIENCE SYSTEMS AND APPLICATIONS INC]</dc:creator>
  <cp:lastModifiedBy>Trolley, Graham R. (GSFC-616.0)[SCIENCE SYSTEMS AND APPLICATIONS INC]</cp:lastModifiedBy>
  <cp:revision>14</cp:revision>
  <dcterms:created xsi:type="dcterms:W3CDTF">2026-02-24T19:51:30Z</dcterms:created>
  <dcterms:modified xsi:type="dcterms:W3CDTF">2026-02-27T16:49:25Z</dcterms:modified>
</cp:coreProperties>
</file>